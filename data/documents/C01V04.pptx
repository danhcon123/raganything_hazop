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5C672-B77E-4EF0-9AEE-837AE328EB9B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A9920-06C7-495B-A4BF-4A0EE798977C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BD2301-5498-4A85-B35E-0EAD0F11E44B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74BEA-E30E-4880-9B74-E41433C60C39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F04F02-858E-4D95-BD67-5EE3BD782DA4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D0B836-971D-480D-AF59-767CE716B5A5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8A5317-87A1-4AE2-BA93-E43FCF06BC9F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3F6BFA-1509-4F06-8C25-250847095CE2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04E0E-3BE0-448F-BEE0-23131381C31A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7CCE9-0EAF-4C50-96B8-6671609D1B45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de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Bild durch Doppelklicken hinzufügen</a:t>
            </a:r>
            <a:endParaRPr lang="de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1C906-8646-4D91-8D9A-8DE440398240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C01V04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0" name="Textfeld 3"/>
          <p:cNvSpPr/>
          <p:nvPr/>
        </p:nvSpPr>
        <p:spPr>
          <a:xfrm>
            <a:off x="932400" y="1568880"/>
            <a:ext cx="265320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the full DEXPI Reference P&amp;ID. </a:t>
            </a: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Alle Disciplines are included:</a:t>
            </a: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Equipment</a:t>
            </a: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Piping</a:t>
            </a: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Instrumentation &amp; Electrical</a:t>
            </a: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1" name="Grafik 5"/>
          <p:cNvPicPr/>
          <p:nvPr/>
        </p:nvPicPr>
        <p:blipFill>
          <a:blip r:embed="rId1"/>
          <a:stretch/>
        </p:blipFill>
        <p:spPr>
          <a:xfrm>
            <a:off x="4166640" y="1236240"/>
            <a:ext cx="7281000" cy="514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Graphics of C01V04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3" name="Grafik 6"/>
          <p:cNvPicPr/>
          <p:nvPr/>
        </p:nvPicPr>
        <p:blipFill>
          <a:blip r:embed="rId1"/>
          <a:stretch/>
        </p:blipFill>
        <p:spPr>
          <a:xfrm>
            <a:off x="728640" y="1873080"/>
            <a:ext cx="10734480" cy="446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Tables of C01V04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5" name="Grafik 9"/>
          <p:cNvPicPr/>
          <p:nvPr/>
        </p:nvPicPr>
        <p:blipFill>
          <a:blip r:embed="rId1"/>
          <a:srcRect l="0" t="0" r="33436" b="0"/>
          <a:stretch/>
        </p:blipFill>
        <p:spPr>
          <a:xfrm>
            <a:off x="607680" y="1419120"/>
            <a:ext cx="10002960" cy="310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rafik 10"/>
          <p:cNvPicPr/>
          <p:nvPr/>
        </p:nvPicPr>
        <p:blipFill>
          <a:blip r:embed="rId2"/>
          <a:srcRect l="66640" t="51253" r="0" b="0"/>
          <a:stretch/>
        </p:blipFill>
        <p:spPr>
          <a:xfrm>
            <a:off x="595800" y="4682520"/>
            <a:ext cx="5013000" cy="151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rafik 12"/>
          <p:cNvPicPr/>
          <p:nvPr/>
        </p:nvPicPr>
        <p:blipFill>
          <a:blip r:embed="rId3"/>
          <a:stretch/>
        </p:blipFill>
        <p:spPr>
          <a:xfrm>
            <a:off x="5695560" y="4682520"/>
            <a:ext cx="5772600" cy="148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Collabora_Office/26.04.3.1$Linux_X86_64 LibreOffice_project/1ec9f2b9e7264a90b45f1093215c292e612b6b4a</Application>
  <AppVersion>15.0000</AppVersion>
  <Words>27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2017-03-14T15:33:03Z</dcterms:created>
  <dc:creator>Luis Gomez</dc:creator>
  <dc:description/>
  <dc:language>de</dc:language>
  <cp:lastModifiedBy>Manfred Theißen</cp:lastModifiedBy>
  <dcterms:modified xsi:type="dcterms:W3CDTF">2022-12-20T12:15:38Z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r8>3</vt:r8>
  </property>
</Properties>
</file>